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Interpretasi
- Estimasi progres implementasi terhadap baseline produksi v1.4 adalah 36,3%, dibulatkan menjadi 36%.
- Angka ini mengukur coverage requirement, bukan elapsed time, biaya, sprint completion, atau persentase kode.
- BRD dan FSD dipakai sebagai sumber konteks serta acceptance teknis; requirement yang sama tidak dihitung tiga kali.
Metode scoring
- Inventory: 81 functional requirements (FR) + 11 nonfunctional requirements (NFR) pada PRD v1.4.
- Skala acceptance: 100% = acceptance terimplementasi dan diuji; 75% = mayoritas tersedia dengan gap tepi/production binding; 50% = vertical slice/fondasi; 25% = kontrak/domain/placeholder saja; 0% = belum ada bukti implementasi.
- Kelompok: I1 Fondasi &amp; tata kelola 27 unit (42%); I2 Planning &amp; approval 33 unit (39%); I3 Kesiapan lapangan 20 unit (31%); I4 Operasi &amp; go-live 12 unit (25%). Weighted total = 36,3%.
Catatan verifikasi
- Frontend: 22/22 test lulus.
- Backend domain: 19/19 test lulus memakai .NET 10 container.
- 22 integration tests tersedia di repo, tetapi rerun dari nested SDK container tidak dapat mengakses Docker socket untuk Testcontainers; ini dicatat sebagai keterbatasan verifikasi, bukan sebagai test produk yang lulus.
- docs/implementation-status.md masih berjudul baseline v1.0 walaupun implementasi telah memuat sebagian flow v1.4; pembaruan traceability v1.4 disarankan.
[Sources]
- BRD-NR-PTW-Online-v1.4-ID.md - scope MVP, business flow, 55 business requirements, owner-area matrix, open decisions.
- PRD-NR-PTW-Online-v1.4-ID.md - 81 FR, 11 NFR, four delivery increments, UAT and Definition of Done.
- FSD-NR-PTW-Online-v1.4-ID.md - state machine, APIs, data, integrations, security, deployment, testing, production readiness.
- Repository commit 5cd6284 - README.md, docs/implementation-status.md, src/, tests/.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PTW ONLINE | SNAPSHOT 2 SEPTEMBER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terhadap baseline v1.4 diperkirakan 36%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411480" y="10149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requirement produksi - bukan persentase waktu atau effort.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11365992" cy="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73352"/>
            <a:ext cx="2971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48056" y="25603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 dari 92 unit requirement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" y="3017520"/>
            <a:ext cx="2834640" cy="13716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" y="3017520"/>
            <a:ext cx="1020470" cy="13716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inti sudah nyata; kesiapan produksi masih ditahan gap kebijakan dan operasi lapangan.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50208" y="17099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Cakupan per increment PRD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50208" y="22585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  Fondasi &amp; tata kelola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50608" y="2350008"/>
            <a:ext cx="3310128" cy="12801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0608" y="2350008"/>
            <a:ext cx="1390254" cy="128016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25328" y="22585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50208" y="27980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  Planning &amp; approval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50608" y="2889504"/>
            <a:ext cx="3310128" cy="12801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0608" y="2889504"/>
            <a:ext cx="1290950" cy="128016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25328" y="27980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50208" y="3337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I3  Kesiapan lapangan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50608" y="3429000"/>
            <a:ext cx="3310128" cy="12801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3429000"/>
            <a:ext cx="1026140" cy="128016"/>
          </a:xfrm>
          <a:prstGeom prst="rect">
            <a:avLst/>
          </a:prstGeom>
          <a:solidFill>
            <a:srgbClr val="6DCBF4"/>
          </a:solidFill>
          <a:ln w="12700">
            <a:solidFill>
              <a:srgbClr val="6DCBF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25328" y="33375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50208" y="38770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I4  Operasi &amp; go-live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50608" y="3968496"/>
            <a:ext cx="3310128" cy="12801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0608" y="3968496"/>
            <a:ext cx="827532" cy="128016"/>
          </a:xfrm>
          <a:prstGeom prst="rect">
            <a:avLst/>
          </a:prstGeom>
          <a:solidFill>
            <a:srgbClr val="D0EDFA"/>
          </a:solidFill>
          <a:ln w="12700">
            <a:solidFill>
              <a:srgbClr val="D0ED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25328" y="38770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1480" y="4700016"/>
            <a:ext cx="11365992" cy="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92861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SUDAH TERBUKTI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5212080"/>
            <a:ext cx="5394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Draft -&gt; 2 validasi paralel -&gt; approval -&gt; terbit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- 5 lokasi dan routing pemilik area tersedia untuk demo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ETag, idempotency, audit/outbox, SQL migrations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- 19 domain + 22 frontend tests lulus pada verifikasi ini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64224" y="492861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UTAMA MENUJU BASELINE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64224" y="5212080"/>
            <a:ext cx="54132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OPN-001-009 dan activation policy produksi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SSO/identity kontraktor + adapter E-SIMI live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Checklist, gas test, isolasi, attachment, handback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D1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Task/report/print/notifikasi serta E2E, security, DR/HA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11365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Metode: 81 FR + 11 NFR PRD v1.4, dideduplikasi terhadap BRD/FSD; skor 0/25/50/75/100% per acceptance. Snapshot repo 5cd6284.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Nusantara Regas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NR PTW Online - Progress Implementasi terhadap Baseline v1.4</dc:title>
  <dc:subject>Estimasi requirement coverage BRD, PRD, dan FSD v1.4 terhadap repository commit 5cd6284</dc:subject>
  <dc:creator>OpenAI Codex</dc:creator>
  <cp:lastModifiedBy>OpenAI Codex</cp:lastModifiedBy>
  <cp:revision>1</cp:revision>
  <dcterms:created xsi:type="dcterms:W3CDTF">2026-09-02T01:12:14Z</dcterms:created>
  <dcterms:modified xsi:type="dcterms:W3CDTF">2026-09-02T01:12:14Z</dcterms:modified>
</cp:coreProperties>
</file>